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pic>
        <p:nvPicPr>
          <p:cNvPr id="3" name="Image 1" descr="/sessions/keen-affectionate-goldberg/mnt/outputs/logo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502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02920" y="2103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 $ ./pitch_sponsor.sh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2920" y="2606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× METUSTARS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02920" y="34747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Roll-Up Banner Sponsorluğu  </a:t>
            </a:r>
            <a:pPr algn="l" indent="0" marL="0">
              <a:buNone/>
            </a:pPr>
            <a:r>
              <a:rPr lang="en-US" sz="2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2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 Sponsorship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METU Teknokent firması arıyoruz.  //  Looking for one METU Teknokent partner.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type a message and press enter</a:t>
            </a:r>
            <a:pPr algn="l" indent="0" marL="0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58521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Hazırlayan / Prepared by: Enes Kış  ·  ODTÜ İşletme  ·  Recgon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ABOUT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2/7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nedir?  //  what is Recgon?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Küçük takımlar için yapay zekâ destekli ürün yöneticisi.   AI Product Manager for small teams.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3611880" cy="30632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77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codebase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Kodu okur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the code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GitHub'a bağlanır,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projeyi tarar,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bağlamı çıkarır.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Connects to GitHub,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scans the repo,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 context.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194560"/>
            <a:ext cx="3611880" cy="30632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377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people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Takımı tanır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Knows the team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26280" y="3749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takım üyesinin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güçlü yanını ve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kapasitesini öğrenir.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Learns each teammate's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 and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capacity.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2194560"/>
            <a:ext cx="3611880" cy="30632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23774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tasks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0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Görevi atar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Assigns the task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21040" y="3749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görevi,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kişiye,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zamanda.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task to the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teammate at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time.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55778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görev, doğru kişiye, doğru zamanda — güvenebileceğin gerekçeyle.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8978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200" i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task, right teammate, right time — with reasoning you can trust.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OPPORTUNITY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3/7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METUSTARS Demo Day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ODTÜ'nün öğrenci girişim sahnesi — Teknokent ekosisteminin geleceği tek salonda.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METU's student startup stage — the future of the Teknokent ecosystem, in one room.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5532120" cy="320040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7432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why METUSTARS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 METUSTARS?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ODTÜ'nün resmi öğrenci girişim demo gününde sahne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official student startup demo day at METU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Yatırımcı, mentor ve Teknokent firma temsilcileri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investors, mentors and Teknokent firm reps in attendance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Mühendislik + işletme öğrencilerinden oluşan kalabalık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crowd of engineering + business students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5532120" cy="320040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7432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who's in the room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46520" y="3063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Salonda kim var?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4652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001000" y="35661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katılımcı / attendees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001000" y="42793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Teknokent firması / Teknokent firms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49469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001000" y="499262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yatırımcı &amp; mentor / investors &amp; mentors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53949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approx. — figures shown are organizer estimates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4/7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roll-up banner.  //  One roll-up banner.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süresince sahnenin yanında duracak tek bir roll-up. Maliyetini siz karşılıyorsunuz, logonuz üstünde duruyor.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roll-up banner next to the stage for the whole Demo Day. You cover the cost — your logo lives on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11155680" cy="338328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651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banner.spec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boyut / size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× 200 cm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konum / placement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17520" y="3657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sahne yanı / next to stage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süre / duration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17520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tüm gün / full event day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baskı / print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1752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matte vinyl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tasarım / design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5820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tarafından hazırlanır / designed by Recgon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logo alanı / logo area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58200" y="3657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üst 1/3 — sponsor / top third — sponsor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geri kalan / remainder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58200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görseli / Recgon visual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onay / approval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5820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yayın öncesi sizden / your sign-off before print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roll-up. Tek sponsor. Tek firma.   </a:t>
            </a:r>
            <a:pPr algn="l" indent="0" marL="0">
              <a:buNone/>
            </a:pPr>
            <a:r>
              <a:rPr lang="en-US" sz="1300" i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roll-up. One sponsor. One firm.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SPONSOR VALUE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5/7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Karşılığında  //  in return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roll-up'tan çok daha fazlası — gün boyu görünürlük + Recgon iletişim kanallarında yer.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than just one banner — full-day visibility plus a spot on Recgon's channels.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1691640" cy="59436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on-site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23160" y="26060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Sahne yanındaki roll-up'ta logo (üst 1/3)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23160" y="29718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on the on-stage roll-up (top third)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520440"/>
            <a:ext cx="1691640" cy="59436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520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2316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sunum açılışında 'Sponsored by' kartı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423160" y="38404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'Sponsored by' card on the Demo Day opening slide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4389120"/>
            <a:ext cx="1691640" cy="59436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389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social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423160" y="4343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LinkedIn &amp; Instagram'da teşekkür gönderisi (etiketli)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423160" y="4709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Thank-you post on Recgon's LinkedIn &amp; Instagram (tagged)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5257800"/>
            <a:ext cx="1691640" cy="59436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5257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access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423160" y="5212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sonrası katılımcı özet raporu (anonim metrikler)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423160" y="55778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Post-event attendance recap (anonymous metrics)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YOU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6/7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 siz?  //  why your firm?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ODTÜ'lü bir öğrenci tarafından kuruldu. Ekosistemin içinden, ekosistem için.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was built by a METU student. Inside the ekosistem, for the ekosistem.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4231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587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5877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Aynı ekosistemden ses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from the same ecosystem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Teknokent çatısı altındaki bir öğrenci girişimini desteklemek = kendi yetenek havuzuna yatırım.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Backing a student venture under the same Teknokent roof = investing in your own talent pipeline.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24231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587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25877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Hedef kitle örtüşmesi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 overlap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30632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Salondaki katılımcılar yarının yazılım ekipleri, ürün yöneticileri, stajyer adayları.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room is tomorrow's software teams, PMs, and intern candidates — your hiring funnel.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4805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645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00200" y="46451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Düşük taahhüt, net görünürlük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commitment, clear visibility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" y="5120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baskı maliyeti. Tek bir gün. Tek bir firma logosu. Karmaşık paket yok.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single print cost. A single day. A single firm's logo. No bundled package.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44805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4645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15200" y="46451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 çağrışımı: AI + ODTÜ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association: AI + METU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46520" y="5120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AI-native bir ürün. Yanında durmak, firmanızın AI vizyonunu Teknokent'e gösterir.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is AI-native. Standing next to it signals your firm's AI posture inside Teknokent.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NEXT STEPS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page 7/7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Sonraki adım  //  next step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'evet' yeterli — gerisini biz hallederiz.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'yes' is enough — we'll handle the rest.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3611880" cy="269748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697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Onay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4251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sunumu cevapla → 'in' yazsanız yeter.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to this deck → just say 'in'.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514600"/>
            <a:ext cx="3611880" cy="269748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697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26280" y="3383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4251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Yüksek çözünürlüklü logonuzu (SVG/PNG) gönderin.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your hi-res logo (SVG/PNG).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2514600"/>
            <a:ext cx="3611880" cy="269748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697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321040" y="3383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Onay &amp; baskı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Sign-off &amp; print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21040" y="4251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Tasarımı 48 saat içinde onayınıza sunarız, baskı bize.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in your inbox in 48h — printing on us-side.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contact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Enes Kış  ·  ODTÜ İşletme  ·  </a:t>
            </a:r>
            <a:pPr algn="ctr" indent="0" marL="0">
              <a:buNone/>
            </a:pPr>
            <a:r>
              <a:rPr lang="en-US" sz="13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eneskis1324@gmail.com</a:t>
            </a:r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Recgon — recgon.app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2026-05-18T15:44:33Z</dcterms:created>
  <dcterms:modified xsi:type="dcterms:W3CDTF">2026-05-18T15:44:33Z</dcterms:modified>
</cp:coreProperties>
</file>