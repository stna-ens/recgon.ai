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8307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keen-affectionate-goldberg/mnt/outputs/log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6355080"/>
            <a:ext cx="502920" cy="274320"/>
          </a:xfrm>
          <a:prstGeom prst="rect">
            <a:avLst/>
          </a:prstGeom>
        </p:spPr>
      </p:pic>
      <p:pic>
        <p:nvPicPr>
          <p:cNvPr id="3" name="Image 1" descr="/sessions/keen-affectionate-goldberg/mnt/outputs/log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2920"/>
            <a:ext cx="594360" cy="3291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88720" y="5029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502920" y="21031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recgon@metustars:~ $ ./sponsor_pitch.sh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02920" y="26060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4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 × METUSTARS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502920" y="35204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Roll-Up Banner Sponsorluğu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502920" y="42519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02920" y="53492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bir mesaj yaz ve enter'a bas</a:t>
            </a:r>
            <a:r>
              <a:rPr lang="en-US" sz="14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▌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02920" y="58521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363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Hazırlayan: Enes Kış  ·  ODTÜ İşletme  ·  Recgon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keen-affectionate-goldberg/mnt/outputs/log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6355080"/>
            <a:ext cx="5029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HAKKINDA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3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recgon@metustars:~/sponsor $ sayfa 2/7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 nedir?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Küçük takımlar için yapay zekâ destekli ürün yöneticisi.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2331720"/>
            <a:ext cx="3611880" cy="3017520"/>
          </a:xfrm>
          <a:prstGeom prst="rect">
            <a:avLst/>
          </a:prstGeom>
          <a:solidFill>
            <a:srgbClr val="0F0F12"/>
          </a:solidFill>
          <a:ln w="12700">
            <a:solidFill>
              <a:srgbClr val="32323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731520" y="25146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kod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2926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Kodu okur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31520" y="3611880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GitHub'a bağlanır,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projeyi tarar,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bağlamı çıkarır.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 projenin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içeriğini öğrenir.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97680" y="2331720"/>
            <a:ext cx="3611880" cy="3017520"/>
          </a:xfrm>
          <a:prstGeom prst="rect">
            <a:avLst/>
          </a:prstGeom>
          <a:solidFill>
            <a:srgbClr val="0F0F12"/>
          </a:solidFill>
          <a:ln w="12700">
            <a:solidFill>
              <a:srgbClr val="32323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4526280" y="25146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takım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26280" y="2926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Takımı tanır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526280" y="3611880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 takım üyesinin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güçlü yanını ve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kapasitesini öğrenir.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Kimin neyi en iyi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yaptığını bilir.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92440" y="2331720"/>
            <a:ext cx="3611880" cy="3017520"/>
          </a:xfrm>
          <a:prstGeom prst="rect">
            <a:avLst/>
          </a:prstGeom>
          <a:solidFill>
            <a:srgbClr val="0F0F12"/>
          </a:solidFill>
          <a:ln w="12700">
            <a:solidFill>
              <a:srgbClr val="32323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/>
          <p:nvPr/>
        </p:nvSpPr>
        <p:spPr>
          <a:xfrm>
            <a:off x="8321040" y="25146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görev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321040" y="2926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Görevi atar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8321040" y="3611880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Doğru görevi,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doğru kişiye,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doğru zamanda.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Güvenebileceğin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gerekçeyle birlikte.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57607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en-US" sz="1400" i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Doğru görev, doğru kişiye, doğru zamanda.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keen-affectionate-goldberg/mnt/outputs/log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6355080"/>
            <a:ext cx="5029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FIRSAT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3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recgon@metustars:~/sponsor $ sayfa 3/7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METUSTARS Demo Day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ODTÜ'nün öğrenci girişim sahnesi — Teknokent ekosisteminin geleceği tek salonda.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2423160"/>
            <a:ext cx="5532120" cy="3337560"/>
          </a:xfrm>
          <a:prstGeom prst="rect">
            <a:avLst/>
          </a:prstGeom>
          <a:solidFill>
            <a:srgbClr val="0F0F12"/>
          </a:solidFill>
          <a:ln w="12700">
            <a:solidFill>
              <a:srgbClr val="32323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731520" y="260604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neden METUSTARS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292608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Neden bu sahne?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31520" y="3520440"/>
            <a:ext cx="5074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ODTÜ'nün resmi öğrenci girişim demo günü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Yatırımcı, mentor ve Teknokent firma temsilcileri salonda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Mühendislik + işletme öğrencilerinden oluşan kalabalık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Yarının ürün ekipleri, geliştiricileri ve stajyerleri burada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95060" y="2446020"/>
            <a:ext cx="5532120" cy="3337560"/>
          </a:xfrm>
          <a:prstGeom prst="rect">
            <a:avLst/>
          </a:prstGeom>
          <a:solidFill>
            <a:srgbClr val="0F0F12"/>
          </a:solidFill>
          <a:ln w="12700">
            <a:solidFill>
              <a:srgbClr val="32323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6446520" y="260604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salonda kim var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46520" y="292608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Hedef kitle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446520" y="3520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250+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8321040" y="3566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katılımcı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46520" y="42336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30+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8321040" y="42793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Teknokent firması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46520" y="494690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10+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8321040" y="499262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yatırımcı &amp; mentor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46520" y="542036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363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r>
              <a:rPr lang="en-US" sz="1000" i="1" dirty="0" err="1">
                <a:solidFill>
                  <a:srgbClr val="6363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Tahmini</a:t>
            </a:r>
            <a:r>
              <a:rPr lang="en-US" sz="1000" i="1" dirty="0">
                <a:solidFill>
                  <a:srgbClr val="6363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i="1" dirty="0" err="1">
                <a:solidFill>
                  <a:srgbClr val="6363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sayılar</a:t>
            </a:r>
            <a:r>
              <a:rPr lang="en-US" sz="1000" i="1" dirty="0">
                <a:solidFill>
                  <a:srgbClr val="6363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keen-affectionate-goldberg/mnt/outputs/log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6355080"/>
            <a:ext cx="5029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TALEP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3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recgon@metustars:~/sponsor $ sayfa 4/7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 roll-up banner.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Day süresince sahnenin yanında duracak tek bir roll-up.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19202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Maliyetini siz karşılıyorsunuz, logonuz üstünde duruyor.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2560320"/>
            <a:ext cx="11155680" cy="3291840"/>
          </a:xfrm>
          <a:prstGeom prst="rect">
            <a:avLst/>
          </a:prstGeom>
          <a:solidFill>
            <a:srgbClr val="0F0F12"/>
          </a:solidFill>
          <a:ln w="12700">
            <a:solidFill>
              <a:srgbClr val="32323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822960" y="2743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banner.spec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324612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boyut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651760" y="324612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 × 200 cm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377647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konum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51760" y="3776472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sahne yanı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430682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süre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651760" y="4306824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tüm etkinlik günü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2960" y="483717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baskı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651760" y="4837176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premium mat vinil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263640" y="324612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tasarım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092440" y="324612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 tarafından hazırlanır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263640" y="377647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logo alanı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092440" y="377647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üst 1/3 — sponsor firma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263640" y="430682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geri kalan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092440" y="4306824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 görseli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263640" y="483717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onay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092440" y="4837176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baskı öncesi sizden alınır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02920" y="60807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en-US" sz="1400" i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Tek roll-up. Tek sponsor. Tek firma.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keen-affectionate-goldberg/mnt/outputs/log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6355080"/>
            <a:ext cx="5029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SPONSORA DEĞER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3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recgon@metustars:~/sponsor $ sayfa 5/7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Karşılığında ne alıyorsunuz?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Tek bir roll-up'tan çok daha fazlası — gün boyu görünürlük + Recgon kanallarında yer.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2514600"/>
            <a:ext cx="1691640" cy="640080"/>
          </a:xfrm>
          <a:prstGeom prst="rect">
            <a:avLst/>
          </a:prstGeom>
          <a:solidFill>
            <a:srgbClr val="221018"/>
          </a:solidFill>
          <a:ln w="12700">
            <a:solidFill>
              <a:srgbClr val="80637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502920" y="2514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saha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423160" y="2496312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Sahne yanındaki roll-up'ta logo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423160" y="2880360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Üst 1/3'lük alan tamamen size ait.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383280"/>
            <a:ext cx="1691640" cy="640080"/>
          </a:xfrm>
          <a:prstGeom prst="rect">
            <a:avLst/>
          </a:prstGeom>
          <a:solidFill>
            <a:srgbClr val="221018"/>
          </a:solidFill>
          <a:ln w="12700">
            <a:solidFill>
              <a:srgbClr val="80637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502920" y="33832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sunum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423160" y="3364992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Day açılış slaytında sponsor kartı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423160" y="3749040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Salondaki herkes ilk slaytta logonuzu görür.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4251960"/>
            <a:ext cx="1691640" cy="640080"/>
          </a:xfrm>
          <a:prstGeom prst="rect">
            <a:avLst/>
          </a:prstGeom>
          <a:solidFill>
            <a:srgbClr val="221018"/>
          </a:solidFill>
          <a:ln w="12700">
            <a:solidFill>
              <a:srgbClr val="80637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/>
          <p:nvPr/>
        </p:nvSpPr>
        <p:spPr>
          <a:xfrm>
            <a:off x="502920" y="42519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sosyal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423160" y="4233672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 LinkedIn &amp; Instagram'da teşekkür gönderisi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423160" y="4617720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Firma hesabınız etiketli, kalıcı içerik.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02920" y="5120640"/>
            <a:ext cx="1691640" cy="640080"/>
          </a:xfrm>
          <a:prstGeom prst="rect">
            <a:avLst/>
          </a:prstGeom>
          <a:solidFill>
            <a:srgbClr val="221018"/>
          </a:solidFill>
          <a:ln w="12700">
            <a:solidFill>
              <a:srgbClr val="80637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7"/>
          <p:cNvSpPr/>
          <p:nvPr/>
        </p:nvSpPr>
        <p:spPr>
          <a:xfrm>
            <a:off x="502920" y="5120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rapor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2423160" y="5102352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Day sonrası katılım özet raporu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423160" y="5486400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Etkinliğin anonim metrikleri inbox'unuza düşer.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keen-affectionate-goldberg/mnt/outputs/log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6355080"/>
            <a:ext cx="5029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NEDEN SİZ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3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recgon@metustars:~/sponsor $ sayfa 6/7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Neden Teknokent firmanız?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 ODTÜ'lü bir öğrenci tarafından kuruldu. Ekosistemin içinden, ekosistem için.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2423160"/>
            <a:ext cx="5532120" cy="1874520"/>
          </a:xfrm>
          <a:prstGeom prst="rect">
            <a:avLst/>
          </a:prstGeom>
          <a:solidFill>
            <a:srgbClr val="0F0F12"/>
          </a:solidFill>
          <a:ln w="12700">
            <a:solidFill>
              <a:srgbClr val="32323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731520" y="258775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20140" y="258521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Aynı ekosistemden ses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320040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Teknokent çatısı altındaki bir öğrenci girişimini desteklemek — kendi yetenek havuzunuza yatırım.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2423160"/>
            <a:ext cx="5532120" cy="1874520"/>
          </a:xfrm>
          <a:prstGeom prst="rect">
            <a:avLst/>
          </a:prstGeom>
          <a:solidFill>
            <a:srgbClr val="0F0F12"/>
          </a:solidFill>
          <a:ln w="12700">
            <a:solidFill>
              <a:srgbClr val="32323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6446520" y="258775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858000" y="259283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Hedef kitle örtüşmesi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46520" y="320040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Salondaki katılımcılar yarının yazılım ekipleri, ürün yöneticileri, stajyer adayları.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" y="4480560"/>
            <a:ext cx="5532120" cy="1874520"/>
          </a:xfrm>
          <a:prstGeom prst="rect">
            <a:avLst/>
          </a:prstGeom>
          <a:solidFill>
            <a:srgbClr val="0F0F12"/>
          </a:solidFill>
          <a:ln w="12700">
            <a:solidFill>
              <a:srgbClr val="32323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/>
          <p:nvPr/>
        </p:nvSpPr>
        <p:spPr>
          <a:xfrm>
            <a:off x="731520" y="464515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188720" y="464515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Düşük taahhüt, net görünürlük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31520" y="525780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Tek bir baskı maliyeti. Tek bir gün. Tek bir firma logosu. Karmaşık paket yok.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17920" y="4480560"/>
            <a:ext cx="5532120" cy="1874520"/>
          </a:xfrm>
          <a:prstGeom prst="rect">
            <a:avLst/>
          </a:prstGeom>
          <a:solidFill>
            <a:srgbClr val="0F0F12"/>
          </a:solidFill>
          <a:ln w="12700">
            <a:solidFill>
              <a:srgbClr val="32323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7"/>
          <p:cNvSpPr/>
          <p:nvPr/>
        </p:nvSpPr>
        <p:spPr>
          <a:xfrm>
            <a:off x="6446520" y="464515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903720" y="46634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Marka çağrışımı: AI + ODTÜ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46520" y="525780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 AI-native bir ürün. Yanında durmak, firmanızın AI vizyonunu Teknokent'e gösterir.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keen-affectionate-goldberg/mnt/outputs/log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6355080"/>
            <a:ext cx="5029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SONRAKİ ADIM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3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recgon@metustars:~/sponsor $ sayfa 7/7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Sonraki adım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 'evet' yeterli — gerisini biz hallederiz.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2423160"/>
            <a:ext cx="3611880" cy="2834640"/>
          </a:xfrm>
          <a:prstGeom prst="rect">
            <a:avLst/>
          </a:prstGeom>
          <a:solidFill>
            <a:srgbClr val="0F0F12"/>
          </a:solidFill>
          <a:ln w="12700">
            <a:solidFill>
              <a:srgbClr val="32323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731520" y="26060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731520" y="33375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Onay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31520" y="40233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 sunumu cevaplayın.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Okey </a:t>
            </a:r>
            <a:r>
              <a:rPr lang="en-US" sz="13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demeniz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yeterli.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97680" y="2423160"/>
            <a:ext cx="3611880" cy="2834640"/>
          </a:xfrm>
          <a:prstGeom prst="rect">
            <a:avLst/>
          </a:prstGeom>
          <a:solidFill>
            <a:srgbClr val="0F0F12"/>
          </a:solidFill>
          <a:ln w="12700">
            <a:solidFill>
              <a:srgbClr val="32323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4526280" y="26060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4526280" y="33375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Logo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526280" y="40233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Yüksek çözünürlüklü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logonuzu (SVG/PNG) iletin.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92440" y="2423160"/>
            <a:ext cx="3611880" cy="2834640"/>
          </a:xfrm>
          <a:prstGeom prst="rect">
            <a:avLst/>
          </a:prstGeom>
          <a:solidFill>
            <a:srgbClr val="0F0F12"/>
          </a:solidFill>
          <a:ln w="12700">
            <a:solidFill>
              <a:srgbClr val="32323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/>
          <p:nvPr/>
        </p:nvSpPr>
        <p:spPr>
          <a:xfrm>
            <a:off x="8321040" y="26060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8321040" y="33375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Onay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321040" y="40233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Tasarımı 48 saat içinde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onayınıza sunarız.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02920" y="5577840"/>
            <a:ext cx="11155680" cy="640080"/>
          </a:xfrm>
          <a:prstGeom prst="rect">
            <a:avLst/>
          </a:prstGeom>
          <a:solidFill>
            <a:srgbClr val="221018"/>
          </a:solidFill>
          <a:ln w="12700">
            <a:solidFill>
              <a:srgbClr val="80637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7"/>
          <p:cNvSpPr/>
          <p:nvPr/>
        </p:nvSpPr>
        <p:spPr>
          <a:xfrm>
            <a:off x="502920" y="55778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iletişim 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Enes Kış  ·  ODTÜ İşletme  ·  </a:t>
            </a:r>
            <a:r>
              <a:rPr lang="en-US" sz="1400" b="1" dirty="0">
                <a:solidFill>
                  <a:srgbClr val="F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eneskis1324@gmail.com</a:t>
            </a:r>
            <a:r>
              <a:rPr lang="en-US" sz="14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Recgon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572</Words>
  <Application>Microsoft Macintosh PowerPoint</Application>
  <PresentationFormat>Geniş ekran</PresentationFormat>
  <Paragraphs>136</Paragraphs>
  <Slides>7</Slides>
  <Notes>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0" baseType="lpstr">
      <vt:lpstr>Arial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Enes Kış</cp:lastModifiedBy>
  <cp:revision>2</cp:revision>
  <dcterms:created xsi:type="dcterms:W3CDTF">2026-05-18T16:01:05Z</dcterms:created>
  <dcterms:modified xsi:type="dcterms:W3CDTF">2026-05-18T16:07:51Z</dcterms:modified>
</cp:coreProperties>
</file>